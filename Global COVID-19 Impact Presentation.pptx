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1" r:id="rId3"/>
    <p:sldId id="268" r:id="rId4"/>
    <p:sldId id="269" r:id="rId5"/>
    <p:sldId id="264" r:id="rId6"/>
    <p:sldId id="257" r:id="rId7"/>
    <p:sldId id="266" r:id="rId8"/>
    <p:sldId id="271" r:id="rId9"/>
    <p:sldId id="27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>
      <p:cViewPr varScale="1">
        <p:scale>
          <a:sx n="50" d="100"/>
          <a:sy n="50" d="100"/>
        </p:scale>
        <p:origin x="48" y="83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odness Festus" userId="097f6e0ced227805" providerId="LiveId" clId="{08822AA8-CEDA-4366-B8C6-4347D0FAB684}"/>
    <pc:docChg chg="custSel addSld delSld modSld sldOrd">
      <pc:chgData name="Goodness Festus" userId="097f6e0ced227805" providerId="LiveId" clId="{08822AA8-CEDA-4366-B8C6-4347D0FAB684}" dt="2026-06-26T18:29:15.093" v="102" actId="20577"/>
      <pc:docMkLst>
        <pc:docMk/>
      </pc:docMkLst>
      <pc:sldChg chg="ord">
        <pc:chgData name="Goodness Festus" userId="097f6e0ced227805" providerId="LiveId" clId="{08822AA8-CEDA-4366-B8C6-4347D0FAB684}" dt="2026-06-26T18:15:14.282" v="5"/>
        <pc:sldMkLst>
          <pc:docMk/>
          <pc:sldMk cId="1001865620" sldId="264"/>
        </pc:sldMkLst>
      </pc:sldChg>
      <pc:sldChg chg="ord">
        <pc:chgData name="Goodness Festus" userId="097f6e0ced227805" providerId="LiveId" clId="{08822AA8-CEDA-4366-B8C6-4347D0FAB684}" dt="2026-06-26T18:14:46.073" v="1"/>
        <pc:sldMkLst>
          <pc:docMk/>
          <pc:sldMk cId="707873121" sldId="268"/>
        </pc:sldMkLst>
      </pc:sldChg>
      <pc:sldChg chg="ord">
        <pc:chgData name="Goodness Festus" userId="097f6e0ced227805" providerId="LiveId" clId="{08822AA8-CEDA-4366-B8C6-4347D0FAB684}" dt="2026-06-26T18:14:53.306" v="3"/>
        <pc:sldMkLst>
          <pc:docMk/>
          <pc:sldMk cId="418854557" sldId="269"/>
        </pc:sldMkLst>
      </pc:sldChg>
      <pc:sldChg chg="modSp add mod ord">
        <pc:chgData name="Goodness Festus" userId="097f6e0ced227805" providerId="LiveId" clId="{08822AA8-CEDA-4366-B8C6-4347D0FAB684}" dt="2026-06-26T18:29:15.093" v="102" actId="20577"/>
        <pc:sldMkLst>
          <pc:docMk/>
          <pc:sldMk cId="823371189" sldId="271"/>
        </pc:sldMkLst>
        <pc:spChg chg="mod">
          <ac:chgData name="Goodness Festus" userId="097f6e0ced227805" providerId="LiveId" clId="{08822AA8-CEDA-4366-B8C6-4347D0FAB684}" dt="2026-06-26T18:29:15.093" v="102" actId="20577"/>
          <ac:spMkLst>
            <pc:docMk/>
            <pc:sldMk cId="823371189" sldId="271"/>
            <ac:spMk id="2" creationId="{B0455141-F25C-921A-2756-1D706026F76F}"/>
          </ac:spMkLst>
        </pc:spChg>
        <pc:spChg chg="mod">
          <ac:chgData name="Goodness Festus" userId="097f6e0ced227805" providerId="LiveId" clId="{08822AA8-CEDA-4366-B8C6-4347D0FAB684}" dt="2026-06-26T18:26:32.748" v="82" actId="5793"/>
          <ac:spMkLst>
            <pc:docMk/>
            <pc:sldMk cId="823371189" sldId="271"/>
            <ac:spMk id="3" creationId="{5545FF5C-C2FF-9D27-0CCE-00756CEF7EA8}"/>
          </ac:spMkLst>
        </pc:spChg>
      </pc:sldChg>
      <pc:sldChg chg="modSp add del mod">
        <pc:chgData name="Goodness Festus" userId="097f6e0ced227805" providerId="LiveId" clId="{08822AA8-CEDA-4366-B8C6-4347D0FAB684}" dt="2026-06-26T18:25:15.403" v="72" actId="2696"/>
        <pc:sldMkLst>
          <pc:docMk/>
          <pc:sldMk cId="1763703629" sldId="271"/>
        </pc:sldMkLst>
        <pc:spChg chg="mod">
          <ac:chgData name="Goodness Festus" userId="097f6e0ced227805" providerId="LiveId" clId="{08822AA8-CEDA-4366-B8C6-4347D0FAB684}" dt="2026-06-26T18:24:46.945" v="71" actId="20577"/>
          <ac:spMkLst>
            <pc:docMk/>
            <pc:sldMk cId="1763703629" sldId="271"/>
            <ac:spMk id="2" creationId="{BB69C4D6-8FA9-58A8-4E91-127C5311EDCA}"/>
          </ac:spMkLst>
        </pc:spChg>
        <pc:spChg chg="mod">
          <ac:chgData name="Goodness Festus" userId="097f6e0ced227805" providerId="LiveId" clId="{08822AA8-CEDA-4366-B8C6-4347D0FAB684}" dt="2026-06-26T18:24:09.242" v="70" actId="27636"/>
          <ac:spMkLst>
            <pc:docMk/>
            <pc:sldMk cId="1763703629" sldId="271"/>
            <ac:spMk id="4" creationId="{CD13C4BD-574B-EE88-1FF4-109ACAE37FF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6/26/2026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6/26/2026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29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4902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86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2888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0787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4048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7760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8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6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9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98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0847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42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69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86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5359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080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53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" dirty="0"/>
              <a:t>Global COVID-19 Impact Dashboard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" dirty="0"/>
              <a:t>Historical analysis of confirmed cases, deaths, trends, and country-level impact</a:t>
            </a:r>
            <a:br>
              <a:rPr lang="" dirty="0"/>
            </a:br>
            <a:r>
              <a:rPr lang="" dirty="0"/>
              <a:t>Presented by: Goodness Festus</a:t>
            </a:r>
            <a:br>
              <a:rPr lang="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Dataset Overview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" dirty="0"/>
              <a:t>Dataset: Johns Hopkins CSSE COVID-19 Dataset</a:t>
            </a:r>
            <a:br>
              <a:rPr lang="" dirty="0"/>
            </a:br>
            <a:r>
              <a:rPr lang="" dirty="0"/>
              <a:t>Data used: Confirmed cases and deaths time-series files</a:t>
            </a:r>
            <a:br>
              <a:rPr lang="" dirty="0"/>
            </a:br>
            <a:r>
              <a:rPr lang="" dirty="0"/>
              <a:t>Period covered: January 2020 to March 2023</a:t>
            </a:r>
            <a:br>
              <a:rPr lang="" dirty="0"/>
            </a:br>
            <a:r>
              <a:rPr lang="" dirty="0"/>
              <a:t>Tool used: Microsoft Power 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1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A9E2-0016-A261-8044-037C5509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2645-753A-522F-D440-478DBE97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Problem Statement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CB1E6-0059-1341-CC34-D62719DBF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" dirty="0"/>
              <a:t>The project analyzes the global impact of COVID-19 by tracking confirmed cases, deaths, death rate, and country-level spread over time.</a:t>
            </a:r>
            <a:br>
              <a:rPr lang="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7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FAFE-933D-9F1D-19EE-BED71B29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F936-E01D-56CF-22C9-846E0421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KPIs Defined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9713-6340-778F-1A91-8724C282D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" dirty="0"/>
              <a:t>Total Confirmed Cases: 677M</a:t>
            </a:r>
          </a:p>
          <a:p>
            <a:r>
              <a:rPr lang="" dirty="0"/>
              <a:t>Total Deaths: 7M</a:t>
            </a:r>
          </a:p>
          <a:p>
            <a:r>
              <a:rPr lang="" dirty="0"/>
              <a:t>Death Rate: 1.02%</a:t>
            </a:r>
          </a:p>
          <a:p>
            <a:r>
              <a:rPr lang="" dirty="0"/>
              <a:t>Affected Countries: 201</a:t>
            </a:r>
          </a:p>
          <a:p>
            <a:r>
              <a:rPr lang="" dirty="0"/>
              <a:t>Latest Report Date: March 9, 2023</a:t>
            </a:r>
          </a:p>
        </p:txBody>
      </p:sp>
    </p:spTree>
    <p:extLst>
      <p:ext uri="{BB962C8B-B14F-4D97-AF65-F5344CB8AC3E}">
        <p14:creationId xmlns:p14="http://schemas.microsoft.com/office/powerpoint/2010/main" val="41885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AB9E10-CD2E-B5DF-F413-9CFC02DDA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Data Cleaning &amp;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" dirty="0"/>
              <a:t>Imported confirmed cases and deaths CSV files</a:t>
            </a:r>
            <a:endParaRPr lang="en-US" dirty="0"/>
          </a:p>
          <a:p>
            <a:r>
              <a:rPr lang="" dirty="0"/>
              <a:t>Unpivoted date columns into rows</a:t>
            </a:r>
          </a:p>
          <a:p>
            <a:r>
              <a:rPr lang="" dirty="0"/>
              <a:t>Merged confirmed and deaths data</a:t>
            </a:r>
          </a:p>
          <a:p>
            <a:r>
              <a:rPr lang="" dirty="0"/>
              <a:t>Created Year and Month columns</a:t>
            </a:r>
          </a:p>
          <a:p>
            <a:r>
              <a:rPr lang="" dirty="0"/>
              <a:t>Built KPIs using DAX measures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Key Insights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" dirty="0"/>
              <a:t>Global confirmed cases reached 677M by March 2023.</a:t>
            </a:r>
            <a:br>
              <a:rPr lang="" dirty="0"/>
            </a:br>
            <a:r>
              <a:rPr lang="" dirty="0"/>
              <a:t>The United States recorded the highest confirmed cases and deaths.</a:t>
            </a:r>
            <a:br>
              <a:rPr lang="" dirty="0"/>
            </a:br>
            <a:r>
              <a:rPr lang="" dirty="0"/>
              <a:t>The global death rate was 1.02%.</a:t>
            </a:r>
            <a:br>
              <a:rPr lang="" dirty="0"/>
            </a:br>
            <a:r>
              <a:rPr lang="" dirty="0"/>
              <a:t>The trend chart shows major growth around 2021–2022.</a:t>
            </a:r>
            <a:br>
              <a:rPr lang="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2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5BAB-7971-3D4B-B167-5F3C24B5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5141-F25C-921A-2756-1D706026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FF5C-C2FF-9D27-0CCE-00756CEF7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dirty="0"/>
              <a:t>Some of the challenges I faced were;</a:t>
            </a:r>
          </a:p>
          <a:p>
            <a:r>
              <a:rPr lang="en-US" dirty="0"/>
              <a:t>Reshaping the time-series data from many date columns into rows using Unpivot.</a:t>
            </a:r>
          </a:p>
          <a:p>
            <a:r>
              <a:rPr lang="en-US" dirty="0"/>
              <a:t>Merging confirmed cases and deaths correctly while handling blank Province/State values.</a:t>
            </a:r>
          </a:p>
          <a:p>
            <a:r>
              <a:rPr lang="en-US" dirty="0"/>
              <a:t>Balancing a dark dashboard design with readability and professional presentation.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371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59A1-B90B-BFF6-4DC3-2E3E0B57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60F5-31A5-8A26-0AB8-A1E36505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Recommendations &amp;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C3693-36A3-1B84-8BAD-596A0A8C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dirty="0"/>
              <a:t>Decision-makers should monitor early case growth trends.</a:t>
            </a:r>
            <a:br>
              <a:rPr lang="" dirty="0"/>
            </a:br>
            <a:r>
              <a:rPr lang="" dirty="0"/>
              <a:t>Countries with high death rates should receive stronger healthcare support.</a:t>
            </a:r>
            <a:br>
              <a:rPr lang="" dirty="0"/>
            </a:br>
            <a:r>
              <a:rPr lang="" dirty="0"/>
              <a:t>Dashboards help communicate public-health data clearly.</a:t>
            </a:r>
            <a:br>
              <a:rPr lang="" dirty="0"/>
            </a:br>
            <a:r>
              <a:rPr lang="" dirty="0"/>
              <a:t>This project improved my skills in Power BI, data transformation, KPI analysis, and data storytelling.</a:t>
            </a:r>
          </a:p>
        </p:txBody>
      </p:sp>
    </p:spTree>
    <p:extLst>
      <p:ext uri="{BB962C8B-B14F-4D97-AF65-F5344CB8AC3E}">
        <p14:creationId xmlns:p14="http://schemas.microsoft.com/office/powerpoint/2010/main" val="418228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127250"/>
            <a:ext cx="10355263" cy="2511425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55</TotalTime>
  <Words>292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Franklin Gothic Medium</vt:lpstr>
      <vt:lpstr>Rockwell</vt:lpstr>
      <vt:lpstr>Damask</vt:lpstr>
      <vt:lpstr>Global COVID-19 Impact Dashboard</vt:lpstr>
      <vt:lpstr>Dataset Overview</vt:lpstr>
      <vt:lpstr>Problem Statement</vt:lpstr>
      <vt:lpstr>KPIs Defined</vt:lpstr>
      <vt:lpstr>PowerPoint Presentation</vt:lpstr>
      <vt:lpstr>Data Cleaning &amp; Transformation</vt:lpstr>
      <vt:lpstr>Key Insights</vt:lpstr>
      <vt:lpstr>Challenges faced</vt:lpstr>
      <vt:lpstr>Recommendations &amp; Conclusion</vt:lpstr>
      <vt:lpstr>THANK YOU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Goodness Festus</dc:creator>
  <cp:lastModifiedBy>Goodness Festus</cp:lastModifiedBy>
  <cp:revision>1</cp:revision>
  <dcterms:created xsi:type="dcterms:W3CDTF">2026-06-24T20:05:21Z</dcterms:created>
  <dcterms:modified xsi:type="dcterms:W3CDTF">2026-06-26T18:29:53Z</dcterms:modified>
</cp:coreProperties>
</file>